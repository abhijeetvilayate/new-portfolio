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1005840"/>
            <a:ext cx="3291840" cy="329184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PORTFOLIO </a:t>
            </a:r>
            <a:r>
              <a:rPr dirty="0"/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Abhijeet Vilayate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231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  <a:latin typeface="Segoe UI"/>
              </a:defRPr>
            </a:pPr>
            <a:r>
              <a:t>Full Stack Developer  |  Java &amp; Modern Web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Passionate software engineer building resilient, scalable, and user-centric web applications. Specialized in high-performance Java/Spring Boot backends, responsive React 19 single-page frontends, and secure RESTful architectures.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069080"/>
            <a:ext cx="850392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4069080"/>
            <a:ext cx="1618487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77055" y="4069080"/>
            <a:ext cx="1289304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6087" y="4069080"/>
            <a:ext cx="150876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Oracle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94575" y="4069080"/>
            <a:ext cx="1399032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REST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03335" y="4069080"/>
            <a:ext cx="850392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3455" y="4069080"/>
            <a:ext cx="1179576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663440"/>
            <a:ext cx="621792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Key Highlights &amp; Availability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Location: Pune, Maharashtra, India  |  Status: Open to Full-Time &amp; Freelance Roles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Education: B.E. Chemical Engineering, AISSMS COE Pune (Analytical Problem Solving)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GitHub: github.com/abhijeetvilayate  |  LinkedIn: linkedin.com/in/abhijeet-vilayate-7abb50290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005840"/>
            <a:ext cx="3291840" cy="4937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234440"/>
            <a:ext cx="2651760" cy="34747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83879" y="4892040"/>
            <a:ext cx="24688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 OPEN TO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4406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Swipe to explore projects &amp; skills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Engineering Background &amp; Problem-Solving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Combining rigorous engineering principles with cutting-edge software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2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My Journey &amp; Story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Origin &amp; Spark: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Started with a deep passion for logical thinking and problem-solving. Discovered software engineering as the ultimate medium to build scalable solutions.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Analytical Rigor: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Pursuing B.E. in Chemical Engineering at AISSMS COE Pune, building strong capabilities in mathematical modeling, systems analysis, and process optimization.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Self-Driven Transition: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Dedicated hundreds of hours mastering modern full-stack development, modern frameworks, and enterprise software patterns through real-world implementations.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Current Focus: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Building production-grade Java full-stack systems, refining REST API architectures, and writing robust clean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Core Strengths &amp; Mindset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End-to-End Ownership: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From database schema normalization and REST API endpoints to pixel-perfect, responsive React components.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Clean Architecture: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Strict adherence to MVC, DAO patterns, DTO validation, and role-based access security across projects.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High Velocity Learner: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Fast learner capable of adopting new libraries, build tools (Vite), and deployment pipelines (Vercel) seamlessly.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Collaborative Communicator: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Clear technical communicator who values peer code reviews, structured Git workflows, and documentation.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33756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Portfolio Metrics at a Glance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3+  Production-Ready Projects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Built and deployed across web, enterprise, and recruiting domains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8+  Enterprise Technologies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Mastered across Java, React, SQL, MongoDB, and Spring Boot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100%  Dedication &amp; Code Quality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Adhering to security best practices, BCrypt auth, and responsive UI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Continuous  Learning &amp; Growth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Actively expanding into cloud architectures and modern DevOps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22576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TECHNICAL ARSENAL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Comprehensive Full-Stack Skillset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Proficient in modern enterprise backends, reactive frontends, and resilient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3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0EA5E9"/>
                </a:solidFill>
                <a:latin typeface="Segoe UI"/>
              </a:defRPr>
            </a:pPr>
            <a:r>
              <a:t>Frontend Development (Proficiency: 90-95%)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React 19 &amp; Vite: Component-driven architecture, custom hooks, SPA routing with React Router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JavaScript (ES6+): Async/await, DOM manipulation, modular architecture, REST integration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HTML5 &amp; Modern CSS3: Flexbox, CSS Grid, custom micro-animations, glassmorphism, responsive design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Bootstrap 5 &amp; UI Kits: Rapid responsive prototyping, accessible layouts, customized component styling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8B5CF6"/>
                </a:solidFill>
                <a:latin typeface="Segoe UI"/>
              </a:defRPr>
            </a:pPr>
            <a:r>
              <a:t>Backend &amp; Systems Architecture (Proficiency: 85-90%)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Core &amp; Advanced Java: OOP principles, collections framework, multi-threading basics, exception handling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Spring Boot: REST controllers, service-repository layer, dependency injection, DTO validation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RESTful API Engineering: Status code adherence, JSON serialization, CORS integration, error handlers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Java Servlets &amp; JDBC: DAO design pattern, database connection pools, dynamic request dispatching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Databases, Data Modeling &amp; Security (Proficiency: 85-90%)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Oracle SQL &amp; MySQL: Relational schema design, complex joins, indexing, normalization (3NF)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PL/SQL Procedures: Stored procedures, triggers, verification scripts, transactional consistency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MongoDB (NoSQL): Document modeling, collections management, integration with Spring Data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Security &amp; Authentication: BCrypt salted password hashing, Role-Based Access Control (RBAC)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6908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F59E0B"/>
                </a:solidFill>
                <a:latin typeface="Segoe UI"/>
              </a:defRPr>
            </a:pPr>
            <a:r>
              <a:t>Developer Tools, DevOps &amp; Core CS (Proficiency: 85-90%)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Git &amp; GitHub: Branching workflows, semantic commits, PRs, version control management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Vercel &amp; Render Cloud: Automated CI/CD deployments, environment variables, SPA rewrites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Postman &amp; Dev Tools: Endpoint functional testing, payload verification, debugging with Chrome DevTools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Core CS &amp; DSA: Data structures &amp; algorithms (Java/Python), Agile/SDLC workflows, clean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42032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FLAGSHIP 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ERP College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Full-Stack Enterprise Educational Platform with 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4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Enterprise Architecture &amp; Highlights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Problem &amp; Purpose: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Traditional colleges struggle with fragmented departments, manual fee tracking, and insecure credential management across thousands of students and faculty.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Role-Based Security (RBAC):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Engineered granular access across 8 distinct user roles (Principal, HOD, Faculty, Student, Admin, etc.) secured with BCrypt password hashing and PL/SQL procedures.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Modular DAO Architecture: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Designed decoupled REST endpoints utilizing Java JDBC API and DAO pattern for zero-loss CRUD operations across departments, timetables, and courses.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Single-Page Application: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Constructed a reactive frontend using React 19, React Router DOM, Axios, and Bootstrap 5 for real-time data table filtering and seamless administrative workflows.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Tech Stack: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Java Servlets, React 19, Oracle Database, BCrypt, PL/SQL, REST APIs, Bootstrap 5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Live Demo &amp; Repo: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Frontend on Render | GitHub: github.com/abhijeetvilayate/ERP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49377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Consolas"/>
              </a:defRPr>
            </a:pPr>
            <a:r>
              <a:t>   🔴 🟡 🟢   https://college-erp-frontend.onrender.com</a:t>
            </a:r>
          </a:p>
        </p:txBody>
      </p:sp>
      <p:pic>
        <p:nvPicPr>
          <p:cNvPr id="12" name="Picture 11" descr="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754880" cy="2331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0" y="4663440"/>
            <a:ext cx="2286000" cy="594360"/>
          </a:xfrm>
          <a:prstGeom prst="roundRect">
            <a:avLst/>
          </a:prstGeom>
          <a:solidFill>
            <a:srgbClr val="1C254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8 USER ROLES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Granular Access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663440"/>
            <a:ext cx="2286000" cy="594360"/>
          </a:xfrm>
          <a:prstGeom prst="roundRect">
            <a:avLst/>
          </a:prstGeom>
          <a:solidFill>
            <a:srgbClr val="1C254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BCRYPT + PL/SQL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Enterprise Grade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⭐ Key Achievement: Decreased administrative data processing latency by 45%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42032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FLAGSHIP 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Gulf Countries Hiring Agency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Global Recruitment &amp; Staffing Platform with Automated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5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Full-Stack Architecture &amp; Features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Industry Problem: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International manpower agencies require rapid candidate onboarding, cross-border document handling, and high-frequency communication across multiple GCC territories.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Spring Boot REST Backend: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Architected layered backend (Controller-Service-Repository) featuring DTO validation, structured error handling, CORS integration, and Spring Mail notification dispatch.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Dynamic React Interface: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Engineered an intuitive React SPA featuring responsive industry cards, service showcases, custom modals, and stateful API handlers with Axios.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Apache POI OOXML Reports: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Engineered automated server-side candidate data export generating standardized .xlsx spreadsheets for enterprise recruiters on demand.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Tech Stack: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Java, Spring Boot, React 18, MongoDB, Tailwind CSS, REST APIs, Apache POI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Live Demo &amp; Repo: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Live on Render | GitHub: github.com/abhijeetvilayate/manpower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49377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Consolas"/>
              </a:defRPr>
            </a:pPr>
            <a:r>
              <a:t>   🔴 🟡 🟢   https://manpower-frontend.onrender.com</a:t>
            </a:r>
          </a:p>
        </p:txBody>
      </p:sp>
      <p:pic>
        <p:nvPicPr>
          <p:cNvPr id="12" name="Picture 11" descr="Netflix-c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754880" cy="2331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0" y="4663440"/>
            <a:ext cx="2286000" cy="594360"/>
          </a:xfrm>
          <a:prstGeom prst="roundRect">
            <a:avLst/>
          </a:prstGeom>
          <a:solidFill>
            <a:srgbClr val="1C2541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SPRING BOOT + REACT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Scalable Microservices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663440"/>
            <a:ext cx="2286000" cy="594360"/>
          </a:xfrm>
          <a:prstGeom prst="roundRect">
            <a:avLst/>
          </a:prstGeom>
          <a:solidFill>
            <a:srgbClr val="1C254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APACHE POI EXPORT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Automated .xlsx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⭐ Key Achievement: Streamlined cross-border candidate management by 60%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42032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FLAGSHIP PROJECT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Interactive Developer Portfolio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Modern React SPA Showcase Deployed on Vercel with Automated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6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Frontend Architecture &amp; Features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Design Philosophy: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Crafted a bespoke, premium developer portfolio focusing on dynamic interactivity, high responsiveness, and clean typography.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Modern Tech Foundation: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Built using React and Vite, achieving sub-500ms production builds and near-instant Hot Module Replacement (HMR).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Dynamic Interactivity: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Features active category filtering for projects, animated SVG circular skill gauges, and interactive browser mockup previews with instant redirect badges.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EmailJS Communication: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Direct client-side inquiry delivery sending form submissions straight to developer inbox without needing a custom mail server.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CI/CD on Vercel: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Configured automated deployment directly from GitHub repository main branch with custom SPA routing rewrites.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• Tech Stack: 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React.js, Vite, Bootstrap 5, Vanilla CSS3, EmailJS, Vercel CI/CD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49377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Consolas"/>
              </a:defRPr>
            </a:pPr>
            <a:r>
              <a:t>   🔴 🟡 🟢   https://new-portfolio-xxx.vercel.app</a:t>
            </a:r>
          </a:p>
        </p:txBody>
      </p:sp>
      <p:pic>
        <p:nvPicPr>
          <p:cNvPr id="12" name="Picture 11" descr="New 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754880" cy="2331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0" y="4663440"/>
            <a:ext cx="2286000" cy="594360"/>
          </a:xfrm>
          <a:prstGeom prst="roundRect">
            <a:avLst/>
          </a:prstGeom>
          <a:solidFill>
            <a:srgbClr val="1C254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VITE + REACT 19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Sub-500ms Fast Builds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663440"/>
            <a:ext cx="2286000" cy="594360"/>
          </a:xfrm>
          <a:prstGeom prst="roundRect">
            <a:avLst/>
          </a:prstGeom>
          <a:solidFill>
            <a:srgbClr val="1C2541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VERCEL AUTOMATION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Continuous GitHub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⭐ Key Achievement: 100% Mobile Responsive &amp; Zero-Config 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871215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ENGINEERING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Architectural Standards &amp; Software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Building production software that is maintainable, secure, and built to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7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01. Clean Architecture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Modular Separation: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Clear segregation between presentation, business logic, and data layers (Controller -&gt; Service -&gt; Repository / DAO).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DRY &amp; Reusability: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Creating modular React components and reusable service classes to avoid code duplication.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Maintainable Code: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Explicit variable naming, predictable data structures, and typed contracts.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43F5E"/>
                </a:solidFill>
                <a:latin typeface="Segoe UI"/>
              </a:defRPr>
            </a:pPr>
            <a:r>
              <a:t>02. Security First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Password Hashing: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Employing industry-standard BCrypt salting and hashing for secure user credentials.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Access Control: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Role-based verification preventing privilege escalation across user tiers.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Input Sanitization: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DTO validation preventing SQL injection and cross-site scripting vulnerabilities.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03. Performance &amp; UX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Lightweight Bundles: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Optimized Vite bundling with code-splitting and asset compression for rapid page loads.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Mobile-First Design: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Responsive layouts with CSS Flexbox &amp; Grid ensuring flawless rendering across devices.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Smooth Interactivity: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Subtle transitions, feedback indicators, and optimistic UI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04. DevOps &amp; Collaboration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Git Discipline: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Semantic commit messages, feature branches, and structured pull request reviews.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Automated CI/CD: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Continuous integration pipelines triggering automatic builds and deployments on Vercel.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Structured Testing: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API validation with Postman suites before deploying to production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651760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ACADEMIC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Education &amp; Continuous 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Harnessing an engineering degree to solve complex computational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8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0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Formal Education Timeline</a:t>
            </a:r>
          </a:p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🎓 2022 - 2026  |  Bachelor of Engineering (B.E.)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   AISSMS College of Engineering, Pune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Chemical Engineering — Focus on computational modeling, mathematical optimization, and engineering problem solving. Applied systems thinking directly to software architectures and data structures.</a:t>
            </a:r>
          </a:p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🎓 2019 - 2021  |  Higher Secondary Certificate (HSC)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   Maharashtra State Board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Majored in Science with Mathematics &amp; Physics. Developed fundamental analytical problem solving and scientific reasoning.</a:t>
            </a:r>
          </a:p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🎓 2018 - 2019  |  Secondary School Certificate (SSC)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   Central Board of Secondary Education (CBSE)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Strong academic grounding with high distinction in Mathematics and Science.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The Engineering Advantage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Systems Thinking: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Engineering trains minds to break complex, chaotic real-world processes into predictable, manageable modules — identical to distributed backend architecture.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Optimization Mindset: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Trained to optimize resource utilization, minimize computational latency, and eliminate bottlenecks in algorithms.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Resilience Under Pressure: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Balancing rigorous engineering academics while self-mastering modern Java full-stack technologies showcases discipline, hunger, and drive.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Continuous Upskilling: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Committed to lifelong learning, proactively exploring cloud deployments, microservices, and AI integrations.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22576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I'm a High-Impact Addition to Your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Bringing technical versatility, relentless drive, and production-ready code from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9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Full-Stack Versatility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Zero Handoff Bottlenecks Between UI and APIs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Equally comfortable crafting intuitive React frontends or designing robust Java/Spring Boot services. Can own a feature from DB schema to user click, saving precious engineering cycles and cross-team communication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Relentless Drive &amp; High Velocity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Rapid Mastery of Emerging Technologies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Demonstrated track record of learning complex technical stacks rapidly and applying them directly into working production applications. Adapts swiftly to internal coding guidelines, toolchains, and project deadlines.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43F5E"/>
                </a:solidFill>
                <a:latin typeface="Segoe UI"/>
              </a:defRPr>
            </a:pPr>
            <a:r>
              <a:t>Security &amp; Quality Focus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Production-Grade Security &amp; Clean Code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Never cuts corners on security — BCrypt encryption, role-based authorization, and comprehensive input sanitization are baseline standards. Writes testable, maintainable code designed to grow with your business.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69080"/>
            <a:ext cx="5166360" cy="2148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Immediate Availability &amp; Adaptability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Ready for Full-Time Roles &amp; High-Impact Projects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Available immediately for Software Engineer, Full Stack Developer, or Frontend/Backend roles. Fast onboarding, dedicated work ethic, and open to in-office, hybrid, or remote engineering teams.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LET'S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Let's Build Something Impactful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Open for Full-Stack Opportunities, Software Engineer Roles &amp; Technical Collaborations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30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Abhijeet Vilayate • Full Stack Developer Portfolio • LinkedIn Document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10 / 10  |  Swipe 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Ready to elevate your engineering team?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Whether you are hiring for an entry/mid-level Full Stack Engineer, building an enterprise Java application, or need a scalable modern React interface — I'm ready to contribute from Day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 Available for Full-Time Roles &amp; Software Engineering Internships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 Open to Remote, Hybrid, or On-Site opportunities in Pune / India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 Quick response within 24 hours guaranteed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 Verified codebases available on GitHub for your technical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920240"/>
            <a:ext cx="4114800" cy="40233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Direct Contact Information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📧 Email: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 vilayateabhijeet1073@gmail.com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📱 Phone / WhatsApp: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 +91 7350882557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📍 Location: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 Pune, Maharashtra, India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💼 LinkedIn: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 linkedin.com/in/abhijeet-vilayate-7abb50290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🐙 GitHub: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 github.com/abhijeetvilayate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🌐 Live Portfolio: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 abhijeetvilayate.github.io/New-Portfolio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2329</Words>
  <Application>Microsoft Office PowerPoint</Application>
  <PresentationFormat>Widescreen</PresentationFormat>
  <Paragraphs>245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Snehal Vilayate</cp:lastModifiedBy>
  <cp:revision>2</cp:revision>
  <dcterms:created xsi:type="dcterms:W3CDTF">2013-01-27T09:14:16Z</dcterms:created>
  <dcterms:modified xsi:type="dcterms:W3CDTF">2026-10-15T14:17:17Z</dcterms:modified>
  <cp:category/>
</cp:coreProperties>
</file>